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922d1637fc4ee8" /><Relationship Type="http://schemas.openxmlformats.org/officeDocument/2006/relationships/extended-properties" Target="/docProps/app.xml" Id="R6aa8412791114881" /><Relationship Type="http://schemas.openxmlformats.org/officeDocument/2006/relationships/officeDocument" Target="/ppt/presentation.xml" Id="R212b3a38f5f840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58fa30fbc74564"/>
  </p:sldMasterIdLst>
  <p:notesMasterIdLst>
    <p:notesMasterId xmlns:r="http://schemas.openxmlformats.org/officeDocument/2006/relationships" r:id="R75b85e0c04704198"/>
  </p:notesMasterIdLst>
  <p:sldIdLst>
    <p:sldId xmlns:r="http://schemas.openxmlformats.org/officeDocument/2006/relationships" id="256" r:id="R7339b4565fe047a8"/>
    <p:sldId xmlns:r="http://schemas.openxmlformats.org/officeDocument/2006/relationships" id="257" r:id="Ra410927288f141c7"/>
    <p:sldId xmlns:r="http://schemas.openxmlformats.org/officeDocument/2006/relationships" id="258" r:id="R7f5acd9feeb944a0"/>
    <p:sldId xmlns:r="http://schemas.openxmlformats.org/officeDocument/2006/relationships" id="259" r:id="R7c55cb72278e453d"/>
    <p:sldId xmlns:r="http://schemas.openxmlformats.org/officeDocument/2006/relationships" id="260" r:id="R849653aec6444cef"/>
    <p:sldId xmlns:r="http://schemas.openxmlformats.org/officeDocument/2006/relationships" id="261" r:id="R88a09851d7bb4f63"/>
    <p:sldId xmlns:r="http://schemas.openxmlformats.org/officeDocument/2006/relationships" id="262" r:id="Rc090b2da50cf4bdb"/>
    <p:sldId xmlns:r="http://schemas.openxmlformats.org/officeDocument/2006/relationships" id="263" r:id="R2e9c904919b74ec7"/>
    <p:sldId xmlns:r="http://schemas.openxmlformats.org/officeDocument/2006/relationships" id="264" r:id="R28bc8da5f7474ead"/>
    <p:sldId xmlns:r="http://schemas.openxmlformats.org/officeDocument/2006/relationships" id="265" r:id="R6d9e6c7b65554359"/>
    <p:sldId xmlns:r="http://schemas.openxmlformats.org/officeDocument/2006/relationships" id="266" r:id="R567b87f323764f45"/>
    <p:sldId xmlns:r="http://schemas.openxmlformats.org/officeDocument/2006/relationships" id="267" r:id="Rfc9e5685a36a4ead"/>
    <p:sldId xmlns:r="http://schemas.openxmlformats.org/officeDocument/2006/relationships" id="268" r:id="Rbbb17b0d3f5f4a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cf98010d4b49d3" /><Relationship Type="http://schemas.openxmlformats.org/officeDocument/2006/relationships/slideMaster" Target="/ppt/slideMasters/slideMaster1.xml" Id="Rb258fa30fbc74564" /><Relationship Type="http://schemas.openxmlformats.org/officeDocument/2006/relationships/notesMaster" Target="/ppt/notesMasters/notesMaster1.xml" Id="R75b85e0c04704198" /><Relationship Type="http://schemas.openxmlformats.org/officeDocument/2006/relationships/presProps" Target="/ppt/presProps.xml" Id="R493631618a444e3b" /><Relationship Type="http://schemas.openxmlformats.org/officeDocument/2006/relationships/tableStyles" Target="/ppt/tableStyles.xml" Id="Rb902aa901e174c60" /><Relationship Type="http://schemas.openxmlformats.org/officeDocument/2006/relationships/slide" Target="/ppt/slides/slide1.xml" Id="R7339b4565fe047a8" /><Relationship Type="http://schemas.openxmlformats.org/officeDocument/2006/relationships/slide" Target="/ppt/slides/slide2.xml" Id="Ra410927288f141c7" /><Relationship Type="http://schemas.openxmlformats.org/officeDocument/2006/relationships/slide" Target="/ppt/slides/slide3.xml" Id="R7f5acd9feeb944a0" /><Relationship Type="http://schemas.openxmlformats.org/officeDocument/2006/relationships/slide" Target="/ppt/slides/slide4.xml" Id="R7c55cb72278e453d" /><Relationship Type="http://schemas.openxmlformats.org/officeDocument/2006/relationships/slide" Target="/ppt/slides/slide5.xml" Id="R849653aec6444cef" /><Relationship Type="http://schemas.openxmlformats.org/officeDocument/2006/relationships/slide" Target="/ppt/slides/slide6.xml" Id="R88a09851d7bb4f63" /><Relationship Type="http://schemas.openxmlformats.org/officeDocument/2006/relationships/slide" Target="/ppt/slides/slide7.xml" Id="Rc090b2da50cf4bdb" /><Relationship Type="http://schemas.openxmlformats.org/officeDocument/2006/relationships/slide" Target="/ppt/slides/slide8.xml" Id="R2e9c904919b74ec7" /><Relationship Type="http://schemas.openxmlformats.org/officeDocument/2006/relationships/slide" Target="/ppt/slides/slide9.xml" Id="R28bc8da5f7474ead" /><Relationship Type="http://schemas.openxmlformats.org/officeDocument/2006/relationships/slide" Target="/ppt/slides/slide10.xml" Id="R6d9e6c7b65554359" /><Relationship Type="http://schemas.openxmlformats.org/officeDocument/2006/relationships/slide" Target="/ppt/slides/slide11.xml" Id="R567b87f323764f45" /><Relationship Type="http://schemas.openxmlformats.org/officeDocument/2006/relationships/slide" Target="/ppt/slides/slide12.xml" Id="Rfc9e5685a36a4ead" /><Relationship Type="http://schemas.openxmlformats.org/officeDocument/2006/relationships/slide" Target="/ppt/slides/slide13.xml" Id="Rbbb17b0d3f5f4a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d515f5909848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7a2bb3f03f4307" /><Relationship Type="http://schemas.openxmlformats.org/officeDocument/2006/relationships/notesMaster" Target="/ppt/notesMasters/notesMaster1.xml" Id="Re3ae2697c75749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9fd57adb7f4735" /><Relationship Type="http://schemas.openxmlformats.org/officeDocument/2006/relationships/notesMaster" Target="/ppt/notesMasters/notesMaster1.xml" Id="R916e62b143ed44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0bde9e25374898" /><Relationship Type="http://schemas.openxmlformats.org/officeDocument/2006/relationships/notesMaster" Target="/ppt/notesMasters/notesMaster1.xml" Id="Rbf58fb4b7bab4d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8ac768eaa34cd0" /><Relationship Type="http://schemas.openxmlformats.org/officeDocument/2006/relationships/notesMaster" Target="/ppt/notesMasters/notesMaster1.xml" Id="R8a42ecb8e8134c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b759c5511b459f" /><Relationship Type="http://schemas.openxmlformats.org/officeDocument/2006/relationships/notesMaster" Target="/ppt/notesMasters/notesMaster1.xml" Id="Rc528254ca4ee4d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a3b2506c194815" /><Relationship Type="http://schemas.openxmlformats.org/officeDocument/2006/relationships/notesMaster" Target="/ppt/notesMasters/notesMaster1.xml" Id="R24850885d97744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26c1d29c714917" /><Relationship Type="http://schemas.openxmlformats.org/officeDocument/2006/relationships/notesMaster" Target="/ppt/notesMasters/notesMaster1.xml" Id="R786ce62b781643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7d711773964265" /><Relationship Type="http://schemas.openxmlformats.org/officeDocument/2006/relationships/notesMaster" Target="/ppt/notesMasters/notesMaster1.xml" Id="R90878efc6ac447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7965179c1f4f43" /><Relationship Type="http://schemas.openxmlformats.org/officeDocument/2006/relationships/notesMaster" Target="/ppt/notesMasters/notesMaster1.xml" Id="R978481b86ae94d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9f8215a2c7495d" /><Relationship Type="http://schemas.openxmlformats.org/officeDocument/2006/relationships/notesMaster" Target="/ppt/notesMasters/notesMaster1.xml" Id="Re583b90df3ac47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41f11619a6432e" /><Relationship Type="http://schemas.openxmlformats.org/officeDocument/2006/relationships/notesMaster" Target="/ppt/notesMasters/notesMaster1.xml" Id="Rce72d25f7f6d49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bb9e659c724283" /><Relationship Type="http://schemas.openxmlformats.org/officeDocument/2006/relationships/notesMaster" Target="/ppt/notesMasters/notesMaster1.xml" Id="R2c53ef2890524b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775e78ca544540" /><Relationship Type="http://schemas.openxmlformats.org/officeDocument/2006/relationships/notesMaster" Target="/ppt/notesMasters/notesMaster1.xml" Id="Ra841cb875c1f49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b7811e01540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826a6ec94c4817" /><Relationship Type="http://schemas.openxmlformats.org/officeDocument/2006/relationships/slideLayout" Target="/ppt/slideLayouts/slideLayout1.xml" Id="Rdb62de94912142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62de94912142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cd721015e4983" /><Relationship Type="http://schemas.openxmlformats.org/officeDocument/2006/relationships/notesSlide" Target="/ppt/notesSlides/notesSlide1.xml" Id="R9db929b8256a46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8a73e47de485e" /><Relationship Type="http://schemas.openxmlformats.org/officeDocument/2006/relationships/notesSlide" Target="/ppt/notesSlides/notesSlide2.xml" Id="Rc197b990e39e47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c175f8c254251" /><Relationship Type="http://schemas.openxmlformats.org/officeDocument/2006/relationships/notesSlide" Target="/ppt/notesSlides/notesSlide3.xml" Id="R153af0ab364442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64ff798d14e2d" /><Relationship Type="http://schemas.openxmlformats.org/officeDocument/2006/relationships/notesSlide" Target="/ppt/notesSlides/notesSlide4.xml" Id="R760e1fb7958f4e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dcd9809e24f49" /><Relationship Type="http://schemas.openxmlformats.org/officeDocument/2006/relationships/notesSlide" Target="/ppt/notesSlides/notesSlide5.xml" Id="R9d48ac9f376545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e730f704946ae" /><Relationship Type="http://schemas.openxmlformats.org/officeDocument/2006/relationships/notesSlide" Target="/ppt/notesSlides/notesSlide6.xml" Id="R92f7d4a9343d4c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59d187dfa4104" /><Relationship Type="http://schemas.openxmlformats.org/officeDocument/2006/relationships/notesSlide" Target="/ppt/notesSlides/notesSlide7.xml" Id="Rcf7825851d5648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63b5b5dcf45e8" /><Relationship Type="http://schemas.openxmlformats.org/officeDocument/2006/relationships/notesSlide" Target="/ppt/notesSlides/notesSlide8.xml" Id="R7b4a995d3ef949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737a37b924a71" /><Relationship Type="http://schemas.openxmlformats.org/officeDocument/2006/relationships/notesSlide" Target="/ppt/notesSlides/notesSlide9.xml" Id="Rcdeb458535174d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07044b1384e76" /><Relationship Type="http://schemas.openxmlformats.org/officeDocument/2006/relationships/notesSlide" Target="/ppt/notesSlides/notesSlide10.xml" Id="Re3da41a2636e43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ea6548b9b4aab" /><Relationship Type="http://schemas.openxmlformats.org/officeDocument/2006/relationships/notesSlide" Target="/ppt/notesSlides/notesSlide11.xml" Id="Racee7a18843b46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87f9399b24b54" /><Relationship Type="http://schemas.openxmlformats.org/officeDocument/2006/relationships/notesSlide" Target="/ppt/notesSlides/notesSlide12.xml" Id="Rca1d6861dea346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01439f443404e" /><Relationship Type="http://schemas.openxmlformats.org/officeDocument/2006/relationships/notesSlide" Target="/ppt/notesSlides/notesSlide13.xml" Id="Rcfb245fc0ca04c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EF432-FD37-45DE-9F5A-9E81B3DB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DA901-9CD5-4BED-BAA1-AB3971A1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SISTEMA DE GESTIÓN PARA FOOD TRUCK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3A6AD-8FC1-42CB-93B1-B22FE9F1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Tu negocio completo,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 un solo lugar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BA002-48DA-4E98-9965-2911BE43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6715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Ventas, comandas, inventario, compras, gastos y ganancia real — sin depender de cálculos manuales en Excel.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4D277-D6B7-47EE-B8CA-C0B8C55B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571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E2C1B-DEEA-4FE4-8BC3-57471EED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DF34C-44D4-4D18-9756-475263C6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2CC2C-1A60-4C10-85A2-145679C2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33650"/>
            <a:ext cx="161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Comandas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Inventario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Gastos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12E66-EB5A-41A1-AC56-75C37A04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Propuesta comercial · Agosto 2026</a:t>
            </a:r>
          </a:p>
        </p:txBody>
      </p:sp>
    </p:spTree>
    <p:extLst>
      <p:ext uri="{BB962C8B-B14F-4D97-AF65-F5344CB8AC3E}">
        <p14:creationId xmlns:p14="http://schemas.microsoft.com/office/powerpoint/2010/main" val="20464140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A88D6-E43A-4B6E-8A53-25620A19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EL PUNTO DE PARTIDA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B6076-59DA-4FB7-A2A5-61B8BB9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Entendimos dónde se está yendo tu tiempo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15C8B-F050-4557-AA17-6755577B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F9CB5-2BC9-4854-BE08-8EAD0CC1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PROPUESTA PERSONALIZADA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2A22A-8E6A-4F95-AC97-AB4F7CBF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58EBA-8DFA-447E-81AE-3AC37D36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El sistema actual resuelve partes del negocio, pero la información queda separada y el cierre semanal todavía depende de Excel.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30ACD-E72E-4A17-ABD6-8F44ECB2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476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4B458-0E90-4239-AD55-0B69B3BB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FB334-3B37-4385-8497-DAAC15E4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3019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VARIAS PANTALLAS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042E5-E88B-43F2-AFFF-6E6B27E1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52925"/>
            <a:ext cx="3019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Hay que entrar varias veces para reunir ventas, platos y comandas.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FDDCE-DD51-4F05-8D2F-3459BD46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43250"/>
            <a:ext cx="3476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49835-03D4-49FA-9759-469A06AC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3528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C051E-B85E-4D95-A1B0-D2C47273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48100"/>
            <a:ext cx="3019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COMPRAS MANUALES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CD93B-291D-42E6-A4F2-380D2D1A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52925"/>
            <a:ext cx="3019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La materia prima y los gastos adicionales se registran aparte.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0D22A-B07A-411B-9169-5BF07922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3476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7D4E2-A71C-40DA-B032-E10E7062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F25BA-6751-40AC-A94B-00764411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48100"/>
            <a:ext cx="3019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CIERRE EN EXCEL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60205-C2EA-4F9D-8A34-11D14ECE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52925"/>
            <a:ext cx="3019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Ventas, gastos y ganancia neta se calculan manualmente cada semana.</a:t>
            </a:r>
          </a:p>
        </p:txBody>
      </p:sp>
    </p:spTree>
    <p:extLst>
      <p:ext uri="{BB962C8B-B14F-4D97-AF65-F5344CB8AC3E}">
        <p14:creationId xmlns:p14="http://schemas.microsoft.com/office/powerpoint/2010/main" val="5451850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A48D0-8A2E-42EF-8E0D-F4B7D86B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LA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5FE59-DB88-4828-83E1-90D78154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solución: una sola vista para tomar decisiones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5586C-4BFB-4922-A51C-B98A83C5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71794-BEA7-4B3C-BAAB-0D5A2ADE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PROPUESTA PERSONALIZADA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D6858-349E-4BAF-99AD-30D86D07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3338B-C1D1-430C-90A4-828ADF9A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 lugar de buscar y comparar datos, el sistema presenta lo importante de forma clara.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15B68-B445-4DDD-B1CE-13E804B1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1391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B43E1-E87E-4CC2-8F7B-2949FE29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VENTAS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DE8D7-570E-4EB3-80CF-FB53D380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Cuánto se vendió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80AFD-E12E-4D99-AFA6-8F420709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OPERACIÓN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3AB42-E6AC-49AD-BBBB-E67C69F8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platos salieron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8AF82-2ABF-44FA-9DD0-4482F86C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DINERO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EE5D0-373D-4778-87C6-1AFD5B87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Cómo se pagó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1AFA3-05EF-42BB-A935-56EEF02F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03F9C-A08B-4918-85D2-F1A0BFE8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Cuánto quedó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90379-5A2C-4CED-920A-A91F7FAD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Todo conectado. Todo fácil de consultar.</a:t>
            </a:r>
          </a:p>
        </p:txBody>
      </p:sp>
    </p:spTree>
    <p:extLst>
      <p:ext uri="{BB962C8B-B14F-4D97-AF65-F5344CB8AC3E}">
        <p14:creationId xmlns:p14="http://schemas.microsoft.com/office/powerpoint/2010/main" val="4421297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AA49E4-55D4-43DA-BB29-FD2E3321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PANEL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A8555-7B08-4700-84BB-CD6A995F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Cada día comienza y termina con claridad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4A3EA-A57E-48B6-A80B-BC86A9F2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DE2C0-D3BE-4F2E-AFFB-7F308556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PROPUESTA PERSONALIZADA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D0BD7-404F-4013-850F-B994B1AA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212B-F2A0-4EBB-82EB-BEBF9284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 resumen inmediato del negocio, disponible desde computadora, tablet o teléfono.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CC351-B7E7-485C-9913-BFD8CE6F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9F392-4DBE-4F5F-92FA-B1C2FC36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VENTAS DEL DÍA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C84DA-CCB9-4467-AE3D-FC128C32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Total vendido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48618-3785-478E-88FA-C8FC6582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E765D-C5D3-45C8-A975-4B3E5E5E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PLATOS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C8FAE-8209-4E1F-9548-6FEA3362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Cantidad despachada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C7C04-2C43-4294-B55B-6C0F95FE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C1AC1-AD6D-467F-9C33-58225441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COMANDAS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8C0AA-400A-4571-8750-2A11AA7E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Órdenes registradas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1222D-EED7-4445-8E17-22827099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91000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9ECF0-C893-47FE-8928-15D4A74A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POR COBRAR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63046-A246-4551-BDAA-4C053CD4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Créditos pendientes</a:t>
            </a:r>
          </a:p>
        </p:txBody>
      </p:sp>
    </p:spTree>
    <p:extLst>
      <p:ext uri="{BB962C8B-B14F-4D97-AF65-F5344CB8AC3E}">
        <p14:creationId xmlns:p14="http://schemas.microsoft.com/office/powerpoint/2010/main" val="6903557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226AAD-E514-4B96-8E81-2E44D01E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ALCANCE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B2FA0-B3AB-4548-999F-DE571D02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Los módulos siguen la operación real del food truck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64BB3-D3C8-44EA-A1A4-43C883C6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90A5C-8FEF-4A10-AA9E-4B82549C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PROPUESTA PERSONALIZADA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51D3F-EFA4-4E58-9612-DB70BCB9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B8E16-8269-42D8-8DFD-F07EC282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DBA0E-4B7F-4A49-8F47-646D0274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Ventas y comandas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4695E-CFFD-4E99-91F2-12414286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Platos, cantidades, estados y totales.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2B87B-7C48-4B9E-AC8A-7F891E4B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55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4D538-30E6-423B-AE57-C78E8030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765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Pagos y créditos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B144D-98CB-487D-9AC9-3EC32A54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95600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Pago móvil, punto, efectivo, crédito y abonos.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D1D1F-97D3-4B4D-AA27-4D5AC223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C121A-5167-4123-9BB5-076AD7EF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Inventario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FC08A-649A-4A2D-9600-D40F0FD7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Entradas, salidas, existencias y producción.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3A949-5E92-42AB-8E53-55E284C7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EE8D1-C143-43B7-9182-F9626F16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Recetas y costos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C1ADB-4549-459C-B08B-18B72E17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95600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Ingredientes, costo y utilidad estimada por plato.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1EA9D-C5AB-4A62-8229-F4344654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AD89F-C9BD-4F0B-926E-8B74CF0E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Compras y proveedores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3D91C-1511-4DBA-904C-AAB7675B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Materia prima, facturas y seguimiento de compras.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14990-F843-4906-BE1A-FE0AD57B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052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F391A-AE06-4195-BDCF-2C4C6F12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862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Gastos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0043A7-699A-4D2A-BCC2-D5EB2B2F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05350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Compras extraordinarias y gastos operativos.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0450F7-386B-4EDD-B801-173D0CBB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07B209-5753-4BDF-80FF-259699D8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862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Nómina básica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81008-6F3C-4B5D-9DA1-17F8BB02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05350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Adelantos y adicionales por producción.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26BCF5-DA02-4654-BA6D-C3E2EB98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052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433B3C-C749-450E-956E-EBC12872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862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F94FBE-6EFA-4DAB-B9E7-7F981CC4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05350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Resultados diarios, semanales y exportables.</a:t>
            </a:r>
          </a:p>
        </p:txBody>
      </p:sp>
    </p:spTree>
    <p:extLst>
      <p:ext uri="{BB962C8B-B14F-4D97-AF65-F5344CB8AC3E}">
        <p14:creationId xmlns:p14="http://schemas.microsoft.com/office/powerpoint/2010/main" val="15398757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B16884-1ED0-4670-9978-489AE38F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COMPRAS Y GASTOS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E20C6-925C-4C0B-B94A-04CF845F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Registrar una compra debe tomar minutos, no convertirse en una tarea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62939-7599-4A0A-A904-844C7CFE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E5AE4-DB46-4237-A03A-C90CF46E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PROPUESTA PERSONALIZADA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FBE74-42C3-4564-8F22-0C2F1652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D6A9C-4A62-4AC0-8F58-CFE6802C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 información que hoy termina en Excel alimentará automáticamente inventario, costos y resultados.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DEF8C-5DB9-461D-9CA4-85C55656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895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476BF-43F7-47D1-B173-9332D189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742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2BADF-50C2-4690-90EF-5433ED60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C8212-72AC-4F94-BC98-BF6E8858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FAD8F-9297-4306-8620-7FE1BFC9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Proveedor, fecha y productos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EF85C-01F6-4806-A31C-2D17E1C2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86125"/>
            <a:ext cx="742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576B2-6B70-4AFE-B3C3-A75B2CE6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48050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9775C-8475-48ED-B9B9-CE6C70E6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43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ACTUALIZAR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A569C-40CD-4999-BCE5-BC290EBD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43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Existencias y costos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6C6BB-3E15-4645-925B-CA8816C6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86125"/>
            <a:ext cx="742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6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77598-76F2-4AA8-844B-98267AFA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48050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8D46F-807C-4DDA-B438-EF428C63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43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CALCULAR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392DB-D9CB-4410-A013-2B6EF2F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43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Gasto y resultado semanal</a:t>
            </a:r>
          </a:p>
        </p:txBody>
      </p:sp>
    </p:spTree>
    <p:extLst>
      <p:ext uri="{BB962C8B-B14F-4D97-AF65-F5344CB8AC3E}">
        <p14:creationId xmlns:p14="http://schemas.microsoft.com/office/powerpoint/2010/main" val="20717688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C51A2-3D33-4D18-BC0D-65182E5E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RENTABILIDAD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CDB9D-ABAC-4E68-841D-01F8B8B8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basta con saber cuánto se vende; hay que saber cuánto se gana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53872-A0F8-4362-81FE-B58611E0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AAF24-820C-4C0E-8237-503C7E1C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PROPUESTA PERSONALIZADA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C0E32-85D1-4812-9F28-E47DD231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CFB16-3BE6-46AF-933E-A1649072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Cada receta conecta ingredientes, cantidades y precios para estimar el costo y margen de cada plato.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5B4F3-82E3-4228-93B8-B59D69F0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1911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15B31-D354-4199-9476-F436E100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COSTO DEL PLATO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4CFC5-9FA9-4C0B-9022-BD2B9D37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Ingredientes + cantidades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 costo actualizado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17848-E7F9-4310-B5B0-E24A2591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56007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3EA1A-BE2D-4265-8E01-4D3B1828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86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UTILIDAD ESTIMADA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25A07-B7C2-425B-B42E-C0DAD6AA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Precio de venta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− costo del plato</a:t>
            </a:r>
          </a:p>
        </p:txBody>
      </p:sp>
    </p:spTree>
    <p:extLst>
      <p:ext uri="{BB962C8B-B14F-4D97-AF65-F5344CB8AC3E}">
        <p14:creationId xmlns:p14="http://schemas.microsoft.com/office/powerpoint/2010/main" val="16436087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C8922-7FCC-489C-9C0C-1EE2270D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EQUIPO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A5AD0-79C4-4CD5-9D98-816B11D7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nómina conserva su sencillez y automatiza los ajustes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3AE44-28E4-42E3-82E5-42FE0BDC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7C1A5-6A56-4D7E-91D6-E90212F4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PROPUESTA PERSONALIZADA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4B0C9-9B35-4936-9545-A3D8AFD5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48AC9-3BFA-4CC3-ACB6-EF80FF19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476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8C45D-897A-4282-A3D1-DE8EE770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43200"/>
            <a:ext cx="300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3209F-5814-4C73-B54F-68140A9D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2900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Pago habitual del período.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8BB1A-EC56-49E7-8274-B87A5591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3476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4C51E-77AB-46A0-B99D-1212CC93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300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PRODUCCIÓN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4AAFC-2967-4154-B2D9-1297F260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Adicional por lumpias u otra producción.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6248F-1F53-4716-A6D5-99EDA5E4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476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619CF-E091-4B2D-BC04-38082B7F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43200"/>
            <a:ext cx="300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ADELANTOS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6D6FE-104F-4A3B-A998-4C3F77CE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42900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Descuento automático en el pago final.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8A549-08D5-4A0A-9CC4-BF1A08B0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Resultado: menos cálculos repetitivos y un historial claro por trabajador.</a:t>
            </a:r>
          </a:p>
        </p:txBody>
      </p:sp>
    </p:spTree>
    <p:extLst>
      <p:ext uri="{BB962C8B-B14F-4D97-AF65-F5344CB8AC3E}">
        <p14:creationId xmlns:p14="http://schemas.microsoft.com/office/powerpoint/2010/main" val="3050805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92AB9-B2F9-4745-A858-5C77A443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RESULTADO FINANCIERO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C4870-B815-4680-B6A7-904AB61A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 cierre semanal se genera con la información ya registrada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21CB4-6388-43B5-B869-1F0429B9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B9870-DC7F-4313-8863-F750EBBB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PROPUESTA PERSONALIZADA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67FFD-C4A7-465C-94C5-722E6B2B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595D8-6D2E-4042-A76C-94257C68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824E9-02A3-4AB5-89F5-1F10B6C2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VENTAS TOTALES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E5355-1EE9-4005-A26C-E9BB8E77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Datos del sistema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0D741-85CC-4772-B0A8-4682F1F8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14625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A4761-3BA0-4CEE-82FC-A2682D1F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95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− COMPRAS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AA35F-CE9A-4F9B-98BE-0B75C9FD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Datos del sistema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976A9-DE09-425F-B203-5B6E9F3F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14625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D074A-1556-4280-A656-C5197FDB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95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− GASTOS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7BB39-7005-4018-BA42-26F9DCF2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0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Datos del sistema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0EC9A-435A-47B8-9F96-07A1BA9E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14625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CDF51-0352-4FB1-8D78-3D29F720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95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= GANANCIA NETA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5D570-7D17-489B-9673-24953430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10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 real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099F5-7238-4CA9-9CAA-C3B781EF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Sin reconstruir la semana en Excel.</a:t>
            </a:r>
          </a:p>
        </p:txBody>
      </p:sp>
    </p:spTree>
    <p:extLst>
      <p:ext uri="{BB962C8B-B14F-4D97-AF65-F5344CB8AC3E}">
        <p14:creationId xmlns:p14="http://schemas.microsoft.com/office/powerpoint/2010/main" val="15768305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8B28D-667C-41CE-8846-D25A5EEE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PLAN DE TRABAJO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99E30-D2CE-439A-9535-0E0DEA7F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implementación está organizada para avanzar sin interrumpir la operación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153EF-C533-4F6D-962E-1114E524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FB43F-6B71-4EC7-B1E1-9BEA63CA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PROPUESTA PERSONALIZADA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24C70-7F82-45CE-99B2-505AFEDC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8A2E4-7E9C-41C5-9503-04BDFB88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SEMANA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D3909-FBA3-41CA-B773-87BF1DFD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4BB8B-E8DB-4F18-B75A-9E590840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Definición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09BC7-DB45-4143-A8FB-6DBA10E0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Productos, recetas, procesos y usuarios.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D55DC-E814-4B3C-A7A9-13DFBA04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47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SEMANA 2–3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C7AB2-1E93-4981-8921-DF97860A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860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B6A6E-601D-4465-9BC9-CBDF3719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00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Construcción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6A8FE-7EDD-423D-9D65-1A90F60A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24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Módulos, reglas y diseño adaptable.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473FC-6BA8-450E-A14F-8F5928C0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SEMANA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F67D9-40F8-4344-862A-8342471D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9B871-68D1-40C9-9098-94BFC46B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00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Pruebas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86443-D50E-45B8-8B7B-9105A226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24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Carga inicial, validación y ajustes.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690BF-817A-43CE-B5B3-4E4888BD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47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ENTREGA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9341D-3FF5-47D5-AC98-D11FB0DC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860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94919-39C7-4F39-8750-19D10100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Capacitación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741A0-C193-4548-9620-80AB13E9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24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Puesta en marcha y acompañamiento.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EC404-340B-4F56-9F27-0C5A72BC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13919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FDB54-4601-41CB-B50B-218A9B32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Tiempo estimado: 4 semanas, sujeto a entrega oportuna de la información inicial.</a:t>
            </a:r>
          </a:p>
        </p:txBody>
      </p:sp>
    </p:spTree>
    <p:extLst>
      <p:ext uri="{BB962C8B-B14F-4D97-AF65-F5344CB8AC3E}">
        <p14:creationId xmlns:p14="http://schemas.microsoft.com/office/powerpoint/2010/main" val="20384505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C1280-EF92-45B7-9B1B-98029D80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INVERSIÓN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76D32-5D01-4028-AAFE-61458087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Una inversión cerrada para transformar el control del negocio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D25CC-0CAE-467C-ADC3-0B8BB026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0AB5A-EAEC-4B41-977A-8EF4E8C0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PROPUESTA PERSONALIZADA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5DE4C-649A-4B7D-A865-B2831636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3FCCB-40B7-426E-ABD7-149B3AE3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0E792-4901-4441-ABDD-15516B48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INVERSIÓN TOTAL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10113-87BE-45A8-AEE5-3648387E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US$500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31BCE-95AA-4851-A2C2-98A40818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50 % al iniciar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50 % contra entrega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C0A94-6525-4356-A971-D44E0BB4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71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INCLUYE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77A02-3629-4A96-81A1-3A206B20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DE883-81FF-4CA8-A211-296A2348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Sistema web personalizado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CCE32-2EC6-49E4-9564-349361E8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86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443DF-7053-4D2A-A8AD-36A9D8B5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Configuración inicial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2DCD7-B8DD-43BA-932B-8E67E9FF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4EDC1-1D4E-4341-ADF2-3919B455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Diseño adaptable a móvil y computadora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ECDC1-B27D-4247-9FCD-FBC56073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33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D9D01-6EF8-4142-9457-4BFB4B51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Capacitación para el uso del sistema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6FB70-9447-4800-8D30-EB690AA9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57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01559-C2D5-4EA0-B9B1-D3F5D8C4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30 días de soporte correctivo</a:t>
            </a:r>
          </a:p>
        </p:txBody>
      </p:sp>
    </p:spTree>
    <p:extLst>
      <p:ext uri="{BB962C8B-B14F-4D97-AF65-F5344CB8AC3E}">
        <p14:creationId xmlns:p14="http://schemas.microsoft.com/office/powerpoint/2010/main" val="15233592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254C9-6DE0-4E90-B5D5-F8A4B842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CONDICIONES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E4E33-0B48-4DFC-BF2B-3C535687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 alcance está diseñado para entregar valor desde la primera versión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E0CE5-C50A-4643-8825-B5725F4D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533D2-21D1-4956-837C-D2EA8556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PROPUESTA PERSONALIZADA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0BF9D-1B87-4EC1-BBC0-F481AED8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FB399-D95B-4833-9840-B536629B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 propuesta cubre la gestión interna descrita. Integraciones especiales pueden desarrollarse en una segunda fase.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6A665-8DDD-450D-A31E-96AE67C2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BB615-1D96-4BF7-896A-CB6F264D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INCLUIDO AHORA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3AC52-21AD-4EC2-BB8D-CFC47873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4333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Ventas · inventario · recetas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compras · gastos · nómina básica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reportes y cierre semanal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E9A1F-A189-47DB-8295-30B0D0FD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56007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19CBE-6B31-4B38-B134-D3C0ABF1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SEGUNDA FASE, SI SE REQUIERE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7055C-36FA-4AF1-9993-B47EF5F2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619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Facturación fiscal · delivery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conexión con puntos de venta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contabilidad tributaria</a:t>
            </a:r>
          </a:p>
        </p:txBody>
      </p:sp>
    </p:spTree>
    <p:extLst>
      <p:ext uri="{BB962C8B-B14F-4D97-AF65-F5344CB8AC3E}">
        <p14:creationId xmlns:p14="http://schemas.microsoft.com/office/powerpoint/2010/main" val="14686289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919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B0640-4716-4AB9-87F2-F15A1294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EF934-7910-4C03-80DD-EE00A85E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6C2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6C21"/>
                </a:solidFill>
                <a:latin typeface="Arial"/>
                <a:ea typeface="Arial"/>
                <a:cs typeface="Arial"/>
              </a:rPr>
              <a:t>SIGUIENTE PASO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B5437-6F2F-4EA8-AD66-7FA36422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8096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Confirmar el alcance</a:t>
            </a:r>
          </a:p>
          <a:p xmlns:a="http://schemas.openxmlformats.org/drawingml/2006/main">
            <a:pPr algn="l"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 comenzar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FE7E6-E03F-4A69-A574-807F7299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862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Reunión inicial · información del negocio · anticipo del 50 %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0CA02-86BB-47B0-A072-97493A9D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4286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2763F-EAC2-4A00-9795-64B0C9EE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 operación, más simple.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C5DC6-9AF2-414E-B658-C565B994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388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AFAF"/>
                </a:solidFill>
                <a:latin typeface="Arial"/>
                <a:ea typeface="Arial"/>
                <a:cs typeface="Arial"/>
              </a:rPr>
              <a:t>Propuesta válida por 15 días</a:t>
            </a:r>
          </a:p>
        </p:txBody>
      </p:sp>
    </p:spTree>
    <p:extLst>
      <p:ext uri="{BB962C8B-B14F-4D97-AF65-F5344CB8AC3E}">
        <p14:creationId xmlns:p14="http://schemas.microsoft.com/office/powerpoint/2010/main" val="1339111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2026-08-02T19:12:32.4830000Z</dcterms:created>
  <dcterms:modified xsi:type="dcterms:W3CDTF">2026-08-02T19:12:32.4830000Z</dcterms:modified>
</coreProperties>
</file>